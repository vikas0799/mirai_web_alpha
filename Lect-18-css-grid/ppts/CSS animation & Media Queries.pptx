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7"/>
  </p:notesMasterIdLst>
  <p:handoutMasterIdLst>
    <p:handoutMasterId r:id="rId8"/>
  </p:handout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F5C5BD-8AB6-4E5F-8616-0B1D32D0FBFD}" type="datetime1">
              <a:rPr lang="en-US" smtClean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3DD49AE-E876-4130-BF53-6229B9820536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/>
              <a:t>Click to edit Master text styles</a:t>
            </a:r>
            <a:endParaRPr lang="en-US"/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C0840E64-78EA-480E-9DFC-F5D183737F14}" type="datetime1">
              <a:rPr lang="en-US" smtClean="0"/>
              <a:t>9/29/2025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F379E8-AC6C-43B9-9222-BDF0AF9336F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ED329652-6112-4F3D-B614-62B56A045E3D}" type="datetime1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64E64D-1B50-4EC0-83A1-DE58B45AB49E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61A824-A4A3-4BDD-B7F1-293A0EC1EA54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1B1D06-1BCF-4BCB-9319-09267D16BB9F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361324-1C8A-40EA-A8C7-BACD05350B74}" type="datetime1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5BA78C1D-B8C9-43D1-BED3-AB201E145563}" type="datetime1">
              <a:rPr lang="en-US" smtClean="0"/>
              <a:t>9/29/2025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BFA2D3EE-FBE6-4434-A13B-BD4C1C612D44}" type="datetime1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56802B-70FA-41EA-BEAA-8B64D5BF142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12D428-74E3-499E-9255-6C7C463A82F6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Quarter level</a:t>
            </a:r>
          </a:p>
          <a:p>
            <a:pPr lvl="4" rtl="0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FF323AA-170C-4C76-B350-C21CF15222DA}" type="datetime1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pPr rtl="0"/>
            <a:r>
              <a:rPr lang="en-GB" sz="4400" dirty="0">
                <a:solidFill>
                  <a:schemeClr val="tx1"/>
                </a:solidFill>
              </a:rPr>
              <a:t>CSS animation &amp; Media Queries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 rtlCol="0"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GB" dirty="0"/>
              <a:t>Making Websites Interactive &amp; Responsive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739D57-092A-55A5-70DE-E0435F36B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Animations &amp; Media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C84D42-B17D-0160-9B76-708E814B7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Animations &amp; Media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382EEB-BD27-895C-358D-C815397975BB}"/>
              </a:ext>
            </a:extLst>
          </p:cNvPr>
          <p:cNvSpPr txBox="1">
            <a:spLocks/>
          </p:cNvSpPr>
          <p:nvPr/>
        </p:nvSpPr>
        <p:spPr>
          <a:xfrm>
            <a:off x="6186193" y="2507858"/>
            <a:ext cx="4775075" cy="1630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lang="en-US" sz="6800" b="0" i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47696E4-CDC6-43D2-87A3-0711176B6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Animations &amp; Media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008F-F369-DDD7-81D5-88CE72BD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CSS Animations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7F7D3-1059-DA90-C95D-D1B4FDDE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7D496F-176B-EEDA-5004-CE62F41655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7686" y="3343005"/>
            <a:ext cx="680987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Animations bring life to web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 transitions between styles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1264062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8D978-637C-D264-92C8-5A0472DBD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Properties of CSS Animation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28BD7-4EC4-0605-6B0A-6FA106C92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61DB382-B6DF-311C-3A84-DE358A7695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481354"/>
            <a:ext cx="4331635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animation-name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animation-duration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animation-iteration-count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animation-timing-function</a:t>
            </a:r>
            <a:endParaRPr lang="en-US" alt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animation-delay</a:t>
            </a: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animation-direction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animation-fill-mode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211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AADC8-6A5F-B4F7-5968-D1E3F0FD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 Queries - 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1345-9ECF-30AB-E61E-EC012EA6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ED542E3-D7DB-8076-EBE7-CF5CC972A8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550604"/>
            <a:ext cx="9525365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technique to apply styles based on device conditions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website responsive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Commonly based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Width/Height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515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8AD4E-D7C6-906D-AF58-455AAB72D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Combining Media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FC746-E4DD-D166-9007-2D98A2091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200" dirty="0"/>
              <a:t>@media (min-width: 600px) and (max-width: 1200px) {</a:t>
            </a:r>
          </a:p>
          <a:p>
            <a:r>
              <a:rPr lang="en-GB" sz="3200" dirty="0"/>
              <a:t>div {</a:t>
            </a:r>
          </a:p>
          <a:p>
            <a:r>
              <a:rPr lang="en-GB" sz="3200" dirty="0"/>
              <a:t>font-size: 18px;</a:t>
            </a:r>
          </a:p>
          <a:p>
            <a:r>
              <a:rPr lang="en-GB" sz="3200" dirty="0"/>
              <a:t>}</a:t>
            </a:r>
          </a:p>
          <a:p>
            <a:r>
              <a:rPr lang="en-GB" sz="3200" dirty="0"/>
              <a:t>}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AC5B7-4ABC-2092-DC1F-C25F91D34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9/29/2025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794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139_TF78438558" id="{0BED6512-3D0D-4F75-AB59-5444160ED234}" vid="{29214CBE-E8BC-4FF0-A7D0-03F1D55577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{3FF78C54-606D-46BC-A247-CBD4DCF10125}tf78438558_win32</Template>
  <TotalTime>972</TotalTime>
  <Words>108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Unicode MS</vt:lpstr>
      <vt:lpstr>Calibri</vt:lpstr>
      <vt:lpstr>Century Gothic</vt:lpstr>
      <vt:lpstr>Garamond</vt:lpstr>
      <vt:lpstr>SavonVTI</vt:lpstr>
      <vt:lpstr>CSS animation &amp; Media Queries</vt:lpstr>
      <vt:lpstr>Introduction to CSS Animations</vt:lpstr>
      <vt:lpstr>Key Properties of CSS Animation</vt:lpstr>
      <vt:lpstr>Media Queries - Introduction</vt:lpstr>
      <vt:lpstr>Combining Media Queries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tripathi</dc:creator>
  <cp:lastModifiedBy>harsh tripathi</cp:lastModifiedBy>
  <cp:revision>2</cp:revision>
  <dcterms:created xsi:type="dcterms:W3CDTF">2025-09-28T19:34:41Z</dcterms:created>
  <dcterms:modified xsi:type="dcterms:W3CDTF">2025-09-30T10:02:56Z</dcterms:modified>
</cp:coreProperties>
</file>