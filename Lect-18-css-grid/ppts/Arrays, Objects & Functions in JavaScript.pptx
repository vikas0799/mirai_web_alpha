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bf92917c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bf92917c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bf92917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bf92917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bf92917c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bf92917c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f92917c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bf92917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bf92917c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bf92917c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bf92917c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bf92917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f92917c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f92917c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Arrays, Objects &amp; Functions in JavaScript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 in JavaScript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</a:rPr>
              <a:t>Ordered collection of elements</a:t>
            </a:r>
            <a:br>
              <a:rPr lang="en-GB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</a:rPr>
              <a:t>Can store </a:t>
            </a:r>
            <a:r>
              <a:rPr b="1" lang="en-GB" sz="1900">
                <a:solidFill>
                  <a:schemeClr val="dk1"/>
                </a:solidFill>
              </a:rPr>
              <a:t>heterogeneous</a:t>
            </a:r>
            <a:r>
              <a:rPr lang="en-GB" sz="1900">
                <a:solidFill>
                  <a:schemeClr val="dk1"/>
                </a:solidFill>
              </a:rPr>
              <a:t> data (numbers, strings, objects, etc.)</a:t>
            </a:r>
            <a:br>
              <a:rPr lang="en-GB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</a:rPr>
              <a:t>Created using </a:t>
            </a: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-GB" sz="1900">
                <a:solidFill>
                  <a:schemeClr val="dk1"/>
                </a:solidFill>
              </a:rPr>
              <a:t> or </a:t>
            </a:r>
            <a:r>
              <a:rPr lang="en-GB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 Array()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Basic Array Methods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01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111"/>
              <a:buFont typeface="Arial"/>
              <a:buNone/>
            </a:pPr>
            <a:r>
              <a:rPr lang="en-GB" sz="255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push()</a:t>
            </a:r>
            <a:r>
              <a:rPr lang="en-GB" sz="2551">
                <a:solidFill>
                  <a:schemeClr val="dk1"/>
                </a:solidFill>
              </a:rPr>
              <a:t> → Add at end</a:t>
            </a:r>
            <a:br>
              <a:rPr lang="en-GB" sz="2551">
                <a:solidFill>
                  <a:schemeClr val="dk1"/>
                </a:solidFill>
              </a:rPr>
            </a:br>
            <a:endParaRPr sz="25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111"/>
              <a:buFont typeface="Arial"/>
              <a:buNone/>
            </a:pPr>
            <a:r>
              <a:rPr lang="en-GB" sz="255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pop()</a:t>
            </a:r>
            <a:r>
              <a:rPr lang="en-GB" sz="2551">
                <a:solidFill>
                  <a:schemeClr val="dk1"/>
                </a:solidFill>
              </a:rPr>
              <a:t> → Remove from end</a:t>
            </a:r>
            <a:br>
              <a:rPr lang="en-GB" sz="2551">
                <a:solidFill>
                  <a:schemeClr val="dk1"/>
                </a:solidFill>
              </a:rPr>
            </a:br>
            <a:endParaRPr sz="25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111"/>
              <a:buFont typeface="Arial"/>
              <a:buNone/>
            </a:pPr>
            <a:r>
              <a:rPr lang="en-GB" sz="255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shift()</a:t>
            </a:r>
            <a:r>
              <a:rPr lang="en-GB" sz="2551">
                <a:solidFill>
                  <a:schemeClr val="dk1"/>
                </a:solidFill>
              </a:rPr>
              <a:t> → Remove from start</a:t>
            </a:r>
            <a:br>
              <a:rPr lang="en-GB" sz="2551">
                <a:solidFill>
                  <a:schemeClr val="dk1"/>
                </a:solidFill>
              </a:rPr>
            </a:br>
            <a:endParaRPr sz="25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111"/>
              <a:buFont typeface="Arial"/>
              <a:buNone/>
            </a:pPr>
            <a:r>
              <a:rPr lang="en-GB" sz="255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unshift()</a:t>
            </a:r>
            <a:r>
              <a:rPr lang="en-GB" sz="2551">
                <a:solidFill>
                  <a:schemeClr val="dk1"/>
                </a:solidFill>
              </a:rPr>
              <a:t> → Add at start</a:t>
            </a:r>
            <a:br>
              <a:rPr lang="en-GB" sz="2551">
                <a:solidFill>
                  <a:schemeClr val="dk1"/>
                </a:solidFill>
              </a:rPr>
            </a:b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concat()</a:t>
            </a:r>
            <a:r>
              <a:rPr lang="en-GB">
                <a:solidFill>
                  <a:schemeClr val="dk1"/>
                </a:solidFill>
              </a:rPr>
              <a:t> → Merge arrays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copyWithin()</a:t>
            </a:r>
            <a:r>
              <a:rPr lang="en-GB">
                <a:solidFill>
                  <a:schemeClr val="dk1"/>
                </a:solidFill>
              </a:rPr>
              <a:t> → Copy part of array within itself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every()</a:t>
            </a:r>
            <a:r>
              <a:rPr lang="en-GB">
                <a:solidFill>
                  <a:schemeClr val="dk1"/>
                </a:solidFill>
              </a:rPr>
              <a:t> → Check if all elements pass a test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r>
              <a:rPr lang="en-GB">
                <a:solidFill>
                  <a:schemeClr val="dk1"/>
                </a:solidFill>
              </a:rPr>
              <a:t> → Filter elements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flat()</a:t>
            </a:r>
            <a:r>
              <a:rPr lang="en-GB">
                <a:solidFill>
                  <a:schemeClr val="dk1"/>
                </a:solidFill>
              </a:rPr>
              <a:t> /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flatMap()</a:t>
            </a:r>
            <a:r>
              <a:rPr lang="en-GB">
                <a:solidFill>
                  <a:schemeClr val="dk1"/>
                </a:solidFill>
              </a:rPr>
              <a:t> → Flatten nested arrays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77100"/>
            <a:ext cx="8520600" cy="44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forEach()</a:t>
            </a:r>
            <a:r>
              <a:rPr lang="en-GB" sz="1435">
                <a:solidFill>
                  <a:schemeClr val="dk1"/>
                </a:solidFill>
              </a:rPr>
              <a:t> → Loop through elements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indexOf()</a:t>
            </a:r>
            <a:r>
              <a:rPr lang="en-GB" sz="1435">
                <a:solidFill>
                  <a:schemeClr val="dk1"/>
                </a:solidFill>
              </a:rPr>
              <a:t> / </a:t>
            </a: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lastIndexOf()</a:t>
            </a:r>
            <a:r>
              <a:rPr lang="en-GB" sz="1435">
                <a:solidFill>
                  <a:schemeClr val="dk1"/>
                </a:solidFill>
              </a:rPr>
              <a:t> → Find position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-GB" sz="1435">
                <a:solidFill>
                  <a:schemeClr val="dk1"/>
                </a:solidFill>
              </a:rPr>
              <a:t> → Create new array from callback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reduce()</a:t>
            </a:r>
            <a:r>
              <a:rPr lang="en-GB" sz="1435">
                <a:solidFill>
                  <a:schemeClr val="dk1"/>
                </a:solidFill>
              </a:rPr>
              <a:t> / </a:t>
            </a: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reduceRight()</a:t>
            </a:r>
            <a:r>
              <a:rPr lang="en-GB" sz="1435">
                <a:solidFill>
                  <a:schemeClr val="dk1"/>
                </a:solidFill>
              </a:rPr>
              <a:t> → Reduce to single value</a:t>
            </a: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reverse()</a:t>
            </a:r>
            <a:r>
              <a:rPr lang="en-GB" sz="1435">
                <a:solidFill>
                  <a:schemeClr val="dk1"/>
                </a:solidFill>
              </a:rPr>
              <a:t> → Reverse array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slice()</a:t>
            </a:r>
            <a:r>
              <a:rPr lang="en-GB" sz="1435">
                <a:solidFill>
                  <a:schemeClr val="dk1"/>
                </a:solidFill>
              </a:rPr>
              <a:t> → Copy part of array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some()</a:t>
            </a:r>
            <a:r>
              <a:rPr lang="en-GB" sz="1435">
                <a:solidFill>
                  <a:schemeClr val="dk1"/>
                </a:solidFill>
              </a:rPr>
              <a:t> → Check if any element passes a test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sort()</a:t>
            </a:r>
            <a:r>
              <a:rPr lang="en-GB" sz="1435">
                <a:solidFill>
                  <a:schemeClr val="dk1"/>
                </a:solidFill>
              </a:rPr>
              <a:t> → Sort array</a:t>
            </a:r>
            <a:br>
              <a:rPr lang="en-GB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splice()</a:t>
            </a:r>
            <a:r>
              <a:rPr lang="en-GB" sz="1435">
                <a:solidFill>
                  <a:schemeClr val="dk1"/>
                </a:solidFill>
              </a:rPr>
              <a:t> → Add / remove elements</a:t>
            </a: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20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Objects in JavaScript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Key–Value pairs</a:t>
            </a:r>
            <a:br>
              <a:rPr lang="en-GB" sz="2400"/>
            </a:br>
            <a:br>
              <a:rPr lang="en-GB" sz="2400"/>
            </a:br>
            <a:r>
              <a:rPr lang="en-GB" sz="1700">
                <a:solidFill>
                  <a:schemeClr val="dk1"/>
                </a:solidFill>
              </a:rPr>
              <a:t>Dot notation →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student.name</a:t>
            </a:r>
            <a:b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Bracket notation →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student["name"]</a:t>
            </a:r>
            <a:b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👉 Use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-GB" sz="1700">
                <a:solidFill>
                  <a:schemeClr val="dk1"/>
                </a:solidFill>
              </a:rPr>
              <a:t> when key has spaces or special characters: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Functions in JavaScript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Function is a </a:t>
            </a:r>
            <a:r>
              <a:rPr b="1" lang="en-GB" sz="2800">
                <a:solidFill>
                  <a:schemeClr val="dk1"/>
                </a:solidFill>
              </a:rPr>
              <a:t>data type</a:t>
            </a:r>
            <a:r>
              <a:rPr lang="en-GB" sz="2800">
                <a:solidFill>
                  <a:schemeClr val="dk1"/>
                </a:solidFill>
              </a:rPr>
              <a:t> (can be assigned to variables)</a:t>
            </a:r>
            <a:br>
              <a:rPr lang="en-GB" sz="2800">
                <a:solidFill>
                  <a:schemeClr val="dk1"/>
                </a:solidFill>
              </a:rPr>
            </a:br>
            <a:br>
              <a:rPr lang="en-GB" sz="2800">
                <a:solidFill>
                  <a:schemeClr val="dk1"/>
                </a:solidFill>
              </a:rPr>
            </a:br>
            <a:r>
              <a:rPr lang="en-GB" sz="2800">
                <a:solidFill>
                  <a:schemeClr val="dk1"/>
                </a:solidFill>
              </a:rPr>
              <a:t>Arrow function</a:t>
            </a:r>
            <a:endParaRPr sz="3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Higher Order Functions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</a:rPr>
              <a:t>Functions that take other functions as arguments or return them</a:t>
            </a:r>
            <a:br>
              <a:rPr lang="en-GB" sz="2200">
                <a:solidFill>
                  <a:schemeClr val="dk1"/>
                </a:solidFill>
              </a:rPr>
            </a:br>
            <a:r>
              <a:rPr lang="en-GB" sz="2200">
                <a:solidFill>
                  <a:schemeClr val="dk1"/>
                </a:solidFill>
              </a:rPr>
              <a:t> Examples:</a:t>
            </a:r>
            <a:br>
              <a:rPr lang="en-GB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-GB" sz="2200">
                <a:solidFill>
                  <a:schemeClr val="dk1"/>
                </a:solidFill>
              </a:rPr>
              <a:t>,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r>
              <a:rPr lang="en-GB" sz="2200">
                <a:solidFill>
                  <a:schemeClr val="dk1"/>
                </a:solidFill>
              </a:rPr>
              <a:t>,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reduce()</a:t>
            </a:r>
            <a:b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setTimeout(() =&gt; {...})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