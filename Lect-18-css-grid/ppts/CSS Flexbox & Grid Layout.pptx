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4"/>
  </p:notesMasterIdLst>
  <p:handoutMasterIdLst>
    <p:handoutMasterId r:id="rId15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0" autoAdjust="0"/>
    <p:restoredTop sz="94660" autoAdjust="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F5C5BD-8AB6-4E5F-8616-0B1D32D0FBFD}" type="datetime1">
              <a:rPr lang="en-US" smtClean="0"/>
              <a:t>9/14/2025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3DD49AE-E876-4130-BF53-6229B9820536}" type="datetime1">
              <a:rPr lang="en-US" smtClean="0"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/>
              <a:t>Click to edit Master text styles</a:t>
            </a:r>
            <a:endParaRPr lang="en-US"/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C0840E64-78EA-480E-9DFC-F5D183737F14}" type="datetime1">
              <a:rPr lang="en-US" smtClean="0"/>
              <a:t>9/14/2025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F379E8-AC6C-43B9-9222-BDF0AF9336F0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ED329652-6112-4F3D-B614-62B56A045E3D}" type="datetime1">
              <a:rPr lang="en-US" smtClean="0"/>
              <a:t>9/14/2025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64E64D-1B50-4EC0-83A1-DE58B45AB49E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61A824-A4A3-4BDD-B7F1-293A0EC1EA54}" type="datetime1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1B1D06-1BCF-4BCB-9319-09267D16BB9F}" type="datetime1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361324-1C8A-40EA-A8C7-BACD05350B74}" type="datetime1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5BA78C1D-B8C9-43D1-BED3-AB201E145563}" type="datetime1">
              <a:rPr lang="en-US" smtClean="0"/>
              <a:t>9/14/2025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BFA2D3EE-FBE6-4434-A13B-BD4C1C612D44}" type="datetime1">
              <a:rPr lang="en-US" smtClean="0"/>
              <a:t>9/14/2025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56802B-70FA-41EA-BEAA-8B64D5BF1424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12D428-74E3-499E-9255-6C7C463A82F6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Quarter level</a:t>
            </a:r>
          </a:p>
          <a:p>
            <a:pPr lvl="4" rtl="0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FF323AA-170C-4C76-B350-C21CF15222DA}" type="datetime1">
              <a:rPr lang="en-US" smtClean="0"/>
              <a:t>9/14/2025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r>
              <a:rPr lang="en-GB" sz="4400" dirty="0"/>
              <a:t>CSS Flexbox &amp; Grid Layout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A2B5-3D16-CD68-80A7-15F194A1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Flexbox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06F29-A7F4-545B-BDEC-673390AD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EF4BC2A-CE59-426C-206D-F6DE5B8DEC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3335434"/>
            <a:ext cx="802816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One-dimensional layout system (row or column).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align &amp; distribute space among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 =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 container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Children =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 items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8137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446D1-5635-590A-4D17-C7B88A6C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flex-direction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4BE5E-8941-A7C9-DEC7-46EE0BEB4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Defines the </a:t>
            </a:r>
            <a:r>
              <a:rPr lang="en-GB" sz="2800" b="1" dirty="0"/>
              <a:t>main axis</a:t>
            </a:r>
            <a:r>
              <a:rPr lang="en-GB" sz="2800" dirty="0"/>
              <a:t>.</a:t>
            </a: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endParaRPr lang="en-GB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F5487-A62D-CBE1-6879-0CAE6CFE5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9/14/2025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06E8D9-AA4E-862D-9AD6-0E6918D99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474" y="1612705"/>
            <a:ext cx="5746796" cy="363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8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FF709-DA45-E678-2B3F-9ADC9B4EE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flex-wrap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62349-BF18-7C54-D99F-FA9AD3D3B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Controls whether items wrap into new lines.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372B5-FA8F-7073-5ABC-B77AA28F1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9/14/2025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22A399-BA26-EAED-344B-C64705072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708" y="2785972"/>
            <a:ext cx="6014602" cy="301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08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F8E83-9A59-8967-94A1-FF3817457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justify-content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6EB90-EA5E-4E6A-7F65-F96DB9101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Aligns items along </a:t>
            </a:r>
            <a:r>
              <a:rPr lang="en-GB" sz="2800" b="1" dirty="0"/>
              <a:t>main axis</a:t>
            </a:r>
            <a:r>
              <a:rPr lang="en-GB" sz="28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8897A-347C-5FE1-8235-7B1507305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9/14/2025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022EF-D26F-C8F9-6E1D-E53AA45F5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794" y="642595"/>
            <a:ext cx="3868406" cy="59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FC9AF-4B62-371D-2D40-13EE8890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Align-items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99B59-2117-92FB-0379-C0E39AE2C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Aligns items along </a:t>
            </a:r>
            <a:r>
              <a:rPr lang="en-GB" sz="2800" b="1" dirty="0"/>
              <a:t>cross axis</a:t>
            </a:r>
            <a:r>
              <a:rPr lang="en-GB" sz="28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036FB-3D56-6D2B-FAC4-F9EE5AD0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9/14/2025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28411C-F908-E88E-F33D-B85CA88D0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381" y="1449536"/>
            <a:ext cx="4063210" cy="476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790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ACBC9-F9A2-1391-FAA6-7C27DF92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Align-content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E1B69-BA50-5470-7242-552707576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Works when </a:t>
            </a:r>
            <a:r>
              <a:rPr lang="en-GB" sz="2800" b="1" dirty="0"/>
              <a:t>multiple lines of flex items exist</a:t>
            </a:r>
            <a:r>
              <a:rPr lang="en-GB" sz="28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2CA5C-B3F1-7CC9-1018-A77B47BF4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9/14/2025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B73ADC-CF33-AC35-4989-7C1FF9E27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027" y="2548852"/>
            <a:ext cx="3383623" cy="416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452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3BE82-4454-7310-7EC6-8357F77F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Gap, flex grow, order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958A2-8950-F6FD-FD54-B943BEFA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BB460E-D3AC-4F12-1D88-52936CBF2C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904549"/>
            <a:ext cx="1032526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Adds spacing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 flex items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need for margins.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Flex-grow=&gt; </a:t>
            </a:r>
            <a:r>
              <a:rPr lang="en-GB" sz="2800" dirty="0"/>
              <a:t>Controls how much item </a:t>
            </a:r>
            <a:r>
              <a:rPr lang="en-GB" sz="2800" b="1" dirty="0"/>
              <a:t>expands</a:t>
            </a:r>
            <a:r>
              <a:rPr lang="en-GB" sz="2800" dirty="0"/>
              <a:t> to fill space.</a:t>
            </a:r>
            <a:br>
              <a:rPr lang="en-GB" sz="2800" dirty="0"/>
            </a:br>
            <a:r>
              <a:rPr lang="en-GB" sz="2800" dirty="0"/>
              <a:t>Order=&gt; Changes the </a:t>
            </a:r>
            <a:r>
              <a:rPr lang="en-GB" sz="2800" b="1" dirty="0"/>
              <a:t>visual order</a:t>
            </a:r>
            <a:r>
              <a:rPr lang="en-GB" sz="2800" dirty="0"/>
              <a:t> of flex items.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060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D0AF-9633-CD68-F508-BF170ACC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Grid Section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3423E-07C3-F10E-B36D-30621C647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5CC8DE-2BAF-4CBB-013D-FD8198E7D8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3335434"/>
            <a:ext cx="793999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Two-dimensional layout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rows + columns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 =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 container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Children =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 items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3660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2284-F9D8-1F16-22A2-FD8E2F19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Grid-template-columns &amp; 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BE620-D071-B0E2-7994-4B7F3FB3F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Defines </a:t>
            </a:r>
            <a:r>
              <a:rPr lang="en-GB" sz="2800" b="1" dirty="0"/>
              <a:t>columns &amp; rows size</a:t>
            </a:r>
            <a:r>
              <a:rPr lang="en-GB" sz="2800" dirty="0"/>
              <a:t>.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grid-template-columns: 100px 200px auto;</a:t>
            </a:r>
          </a:p>
          <a:p>
            <a:r>
              <a:rPr lang="en-GB" sz="2800" dirty="0"/>
              <a:t>grid-template-rows: 100px auto;</a:t>
            </a:r>
          </a:p>
          <a:p>
            <a:endParaRPr lang="en-GB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C9F49-5A3A-8C28-1FA9-03B8E704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9/14/2025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01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31C15-4E52-C83D-7CA5-7254DF5C1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grid-row / grid-column start &amp;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5750B-D5A4-A14E-EB01-054C594C8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Place items across grid lines.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30C32-80CB-2F14-6810-9833E2B08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9/14/2025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49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0A16-2718-8773-7338-6412BD627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grid-template-areas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EE009-196A-9503-70FC-191A59CC5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Create layout by naming grid areas.</a:t>
            </a:r>
            <a:br>
              <a:rPr lang="en-GB" sz="2800" dirty="0"/>
            </a:br>
            <a:r>
              <a:rPr lang="en-GB" sz="2800" dirty="0"/>
              <a:t>=&gt;We can use justify-content in grid also;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372F2-6B4A-AA78-B7EA-516785038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9/14/2025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375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139_TF78438558" id="{0BED6512-3D0D-4F75-AB59-5444160ED234}" vid="{29214CBE-E8BC-4FF0-A7D0-03F1D55577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{3FF78C54-606D-46BC-A247-CBD4DCF10125}tf78438558_win32</Template>
  <TotalTime>15</TotalTime>
  <Words>202</Words>
  <Application>Microsoft Office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Garamond</vt:lpstr>
      <vt:lpstr>SavonVTI</vt:lpstr>
      <vt:lpstr>CSS Flexbox &amp; Grid Layout</vt:lpstr>
      <vt:lpstr>Introduction to Flexbox</vt:lpstr>
      <vt:lpstr>flex-direction</vt:lpstr>
      <vt:lpstr>flex-wrap</vt:lpstr>
      <vt:lpstr>justify-content</vt:lpstr>
      <vt:lpstr>Align-items</vt:lpstr>
      <vt:lpstr>Align-content</vt:lpstr>
      <vt:lpstr>Gap, flex grow, order</vt:lpstr>
      <vt:lpstr>Grid Section</vt:lpstr>
      <vt:lpstr>Grid-template-columns &amp; rows</vt:lpstr>
      <vt:lpstr>grid-row / grid-column start &amp; end</vt:lpstr>
      <vt:lpstr>grid-template-areas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tripathi</dc:creator>
  <cp:lastModifiedBy>harsh tripathi</cp:lastModifiedBy>
  <cp:revision>1</cp:revision>
  <dcterms:created xsi:type="dcterms:W3CDTF">2025-09-14T11:20:38Z</dcterms:created>
  <dcterms:modified xsi:type="dcterms:W3CDTF">2025-09-14T11:36:02Z</dcterms:modified>
</cp:coreProperties>
</file>