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40" d="100"/>
          <a:sy n="40" d="100"/>
        </p:scale>
        <p:origin x="44" y="5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F5C5BD-8AB6-4E5F-8616-0B1D32D0FBFD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DD49AE-E876-4130-BF53-6229B9820536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0840E64-78EA-480E-9DFC-F5D183737F14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ED329652-6112-4F3D-B614-62B56A045E3D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64E64D-1B50-4EC0-83A1-DE58B45AB49E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A824-A4A3-4BDD-B7F1-293A0EC1EA54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B1D06-1BCF-4BCB-9319-09267D16BB9F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61324-1C8A-40EA-A8C7-BACD05350B74}" type="datetime1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5BA78C1D-B8C9-43D1-BED3-AB201E145563}" type="datetime1">
              <a:rPr lang="en-US" smtClean="0"/>
              <a:t>10/10/2025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BFA2D3EE-FBE6-4434-A13B-BD4C1C612D44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56802B-70FA-41EA-BEAA-8B64D5BF1424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12D428-74E3-499E-9255-6C7C463A82F6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Quarter level</a:t>
            </a:r>
          </a:p>
          <a:p>
            <a:pPr lvl="4" rtl="0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FF323AA-170C-4C76-B350-C21CF15222DA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r>
              <a:rPr lang="en-GB" sz="4400" dirty="0"/>
              <a:t>Introduction to JavaScript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45B4A-86D0-A3E6-9E81-29EDD13BE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JavaScript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D2B67-2058-1662-E978-73958BC1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C28D35-B251-1789-5625-04D949F8BC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119990"/>
            <a:ext cx="738856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by Brendan Eich in 1995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in the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dynamic and interactive web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 and lightweight</a:t>
            </a:r>
          </a:p>
        </p:txBody>
      </p:sp>
    </p:spTree>
    <p:extLst>
      <p:ext uri="{BB962C8B-B14F-4D97-AF65-F5344CB8AC3E}">
        <p14:creationId xmlns:p14="http://schemas.microsoft.com/office/powerpoint/2010/main" val="138190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41C8-9D78-4E74-2E59-F45A434A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Weakly Typed Language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D7845-183D-83DF-6869-119D97D9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9BE481-E87B-74F1-DC29-433EB27B0F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243102"/>
            <a:ext cx="75504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weakly typed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types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determined at runtime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type conversion happens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Numbers can become strings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25695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358E-3E70-BF43-29DF-40833129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Strongly Typed Language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19FC8-4F55-C041-BB64-BA690859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35B1788-B851-4F6D-D495-BEE5D496D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243102"/>
            <a:ext cx="50145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strictly defined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implicit conversions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occur when types mismatch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Java, C++, etc.</a:t>
            </a:r>
          </a:p>
        </p:txBody>
      </p:sp>
    </p:spTree>
    <p:extLst>
      <p:ext uri="{BB962C8B-B14F-4D97-AF65-F5344CB8AC3E}">
        <p14:creationId xmlns:p14="http://schemas.microsoft.com/office/powerpoint/2010/main" val="124820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E2AC-9BFB-C2B3-7A02-AC57ECB1B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 in JavaScript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CF7BC-5FF0-7CE4-8BFC-5275F7FC2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4CF506-3C32-EB78-8B72-73C4D10565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058436"/>
            <a:ext cx="50000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store data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Declared using: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var, let, const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block scoped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constant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function scoped (older way)</a:t>
            </a:r>
          </a:p>
        </p:txBody>
      </p:sp>
    </p:spTree>
    <p:extLst>
      <p:ext uri="{BB962C8B-B14F-4D97-AF65-F5344CB8AC3E}">
        <p14:creationId xmlns:p14="http://schemas.microsoft.com/office/powerpoint/2010/main" val="404971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4585-FF8E-5CBE-CD52-15151A93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82EBF-6EA1-C7C0-26C7-450B636FE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2542674" cy="3849624"/>
          </a:xfrm>
        </p:spPr>
        <p:txBody>
          <a:bodyPr>
            <a:normAutofit/>
          </a:bodyPr>
          <a:lstStyle/>
          <a:p>
            <a:r>
              <a:rPr lang="en-GB" b="1" dirty="0"/>
              <a:t>Primitive Types:</a:t>
            </a:r>
            <a:endParaRPr lang="en-GB" dirty="0"/>
          </a:p>
          <a:p>
            <a:r>
              <a:rPr lang="en-GB" dirty="0"/>
              <a:t>String</a:t>
            </a:r>
          </a:p>
          <a:p>
            <a:r>
              <a:rPr lang="en-GB" dirty="0"/>
              <a:t>Number</a:t>
            </a:r>
          </a:p>
          <a:p>
            <a:r>
              <a:rPr lang="en-GB" dirty="0"/>
              <a:t>Boolean</a:t>
            </a:r>
          </a:p>
          <a:p>
            <a:r>
              <a:rPr lang="en-GB" dirty="0"/>
              <a:t>Undefined</a:t>
            </a:r>
          </a:p>
          <a:p>
            <a:r>
              <a:rPr lang="en-GB" dirty="0"/>
              <a:t>Null</a:t>
            </a:r>
          </a:p>
          <a:p>
            <a:r>
              <a:rPr lang="en-GB" dirty="0"/>
              <a:t>Symbol</a:t>
            </a:r>
          </a:p>
          <a:p>
            <a:r>
              <a:rPr lang="en-GB" dirty="0" err="1"/>
              <a:t>BigInt</a:t>
            </a: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0591C-54D1-6545-A2F9-A80A1564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E31A2-C978-1A76-4EF8-9A2C18CAE4A7}"/>
              </a:ext>
            </a:extLst>
          </p:cNvPr>
          <p:cNvSpPr txBox="1"/>
          <p:nvPr/>
        </p:nvSpPr>
        <p:spPr>
          <a:xfrm>
            <a:off x="3352800" y="20141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Non-Primitive:</a:t>
            </a:r>
            <a:endParaRPr lang="en-GB" dirty="0"/>
          </a:p>
          <a:p>
            <a:r>
              <a:rPr lang="en-GB" dirty="0"/>
              <a:t>Object</a:t>
            </a:r>
          </a:p>
          <a:p>
            <a:r>
              <a:rPr lang="en-GB" dirty="0"/>
              <a:t>Array</a:t>
            </a:r>
          </a:p>
          <a:p>
            <a:r>
              <a:rPr lang="en-GB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1449768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0718-24EA-B988-1782-0D5EBB21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0CD80-8086-9961-77E8-79D6EE7B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8F7ED6-5FA4-EB22-C163-05178D887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058436"/>
            <a:ext cx="459895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Arithmetic: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+, -, *, /,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=, +=, -=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==, ===, &gt;, &lt;, !=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&amp;&amp;, ||, 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Ternary: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 ? true : false</a:t>
            </a:r>
          </a:p>
        </p:txBody>
      </p:sp>
    </p:spTree>
    <p:extLst>
      <p:ext uri="{BB962C8B-B14F-4D97-AF65-F5344CB8AC3E}">
        <p14:creationId xmlns:p14="http://schemas.microsoft.com/office/powerpoint/2010/main" val="3238270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5692-2461-F294-37E0-A4C45397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Conditional Statements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C402-8798-1E46-81DE-E63FCD76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1E5FD7-B1BE-8A57-89A6-F557BDCBF8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243102"/>
            <a:ext cx="558037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executes if condition 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if-else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handles true and false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 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multiple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used for multiple choices</a:t>
            </a:r>
          </a:p>
        </p:txBody>
      </p:sp>
    </p:spTree>
    <p:extLst>
      <p:ext uri="{BB962C8B-B14F-4D97-AF65-F5344CB8AC3E}">
        <p14:creationId xmlns:p14="http://schemas.microsoft.com/office/powerpoint/2010/main" val="1854075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26EA-B3D4-EA76-FF20-5FE0BF17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706D-D015-2DDE-3D50-52056701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A3316B-FC8F-5894-98B0-FFC80C6D3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058436"/>
            <a:ext cx="502958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do...while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for...of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loop through arrays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for...in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loop through object keys</a:t>
            </a:r>
          </a:p>
        </p:txBody>
      </p:sp>
    </p:spTree>
    <p:extLst>
      <p:ext uri="{BB962C8B-B14F-4D97-AF65-F5344CB8AC3E}">
        <p14:creationId xmlns:p14="http://schemas.microsoft.com/office/powerpoint/2010/main" val="263254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914E-BE64-E246-1109-251300B4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80E9-4188-8620-B4CF-231370416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BD654-0577-E684-8752-36C31A4F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10/10/2025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598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39_TF78438558" id="{0BED6512-3D0D-4F75-AB59-5444160ED234}" vid="{29214CBE-E8BC-4FF0-A7D0-03F1D5557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{3FF78C54-606D-46BC-A247-CBD4DCF10125}tf78438558_win32</Template>
  <TotalTime>9</TotalTime>
  <Words>213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Garamond</vt:lpstr>
      <vt:lpstr>SavonVTI</vt:lpstr>
      <vt:lpstr>Introduction to JavaScript</vt:lpstr>
      <vt:lpstr>Introduction to JavaScript</vt:lpstr>
      <vt:lpstr>Weakly Typed Language</vt:lpstr>
      <vt:lpstr>Strongly Typed Language</vt:lpstr>
      <vt:lpstr>Variables in JavaScript</vt:lpstr>
      <vt:lpstr>Data Types in JavaScript</vt:lpstr>
      <vt:lpstr>Operators</vt:lpstr>
      <vt:lpstr>Conditional Statements</vt:lpstr>
      <vt:lpstr>Loops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2025-10-09T19:54:48Z</dcterms:created>
  <dcterms:modified xsi:type="dcterms:W3CDTF">2025-10-09T20:03:56Z</dcterms:modified>
</cp:coreProperties>
</file>