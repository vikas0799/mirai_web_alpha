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A6DA-EA6F-7227-51EC-4D8AE4600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6669F-2523-F0A2-5B66-BAB4A2A4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63E1-1E3D-7C11-A689-0FAEECC6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48D98-049F-DE61-073D-CEB83489C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A94B2-07CA-F319-02F4-2A2D0D65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16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73B9-2577-0358-C820-F24597B5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5B8B1-8C54-C18C-15B5-8BCA9F9A4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8915C-4443-1A5C-2BAF-77C67432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4A5C2-217E-F699-ACAD-4DDC2E28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386ED-651C-D996-1FC4-3DD9EC6E1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47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D988-B02C-48B3-21F9-8F691808C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964DD-453C-D1C4-CEC3-C8861F71B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84E6-B478-B2A6-1B4E-C03E46D1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91D23-B373-FFCE-E93C-65FB05B5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83BC9-9611-4884-D010-8118572C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88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800F-B094-7F20-F455-3CD01D81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A9962-439B-56FD-B0CF-FD2928A99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F62DE-B3DE-379A-3731-11A76963A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D0906-51BA-CE95-1CEF-B30E88C3B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5BB4C-FE71-AB5D-878B-F48B4D72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8B051-58BF-E36E-7A70-8B6FB6D1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598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B6B9-6E91-AD4E-BBE4-6DA4F36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1083A-D9F4-240A-DDBD-5231CD905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2826F-961A-3ACF-AB50-4B8E27A8F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F342F-5E93-E14F-7911-3EF49136A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F2072-D68A-BA1C-2C87-019BC0D46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0F461-461D-F6E3-C7CE-B8F5D58D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7D16D-450A-C78E-383F-B8B6FF88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580A4-5D09-C016-A846-5DDD93EA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284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FD62-C6EC-9F01-A702-56E1AEE9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132DB-58F5-38EA-0F80-C08CFD22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561B9-60A3-3521-918B-94EFB763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498B0-FA6E-26C9-A324-3B389704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54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E1061-2B77-B806-5DC3-B1C395FC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BB559-D843-CC84-AD72-B1F8F899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306E7-7AAE-204D-45D9-93882932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92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E89A-9E90-C239-4D51-05CAB0BC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C62E9-85DA-E5FD-DD7A-F66400B2C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BB3F6-D04D-1164-E0B4-BEA91DF2B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0A83A-EBE8-236D-0921-C7D42A853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1DF8F-5722-132F-6784-727CBD6A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F4222-DEB0-DFD2-FCE6-0F032462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1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1887-6467-6EA1-9CF9-4150EE31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BDF78-5044-7370-413F-0DD6D8B5F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F4084-E251-98C1-6284-9A008C60D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B2ABB-EB36-AF2B-05F0-710DF490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48BC4-CCEE-7365-53F5-09D07428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0BB5D-E313-57E3-A143-D71CB923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44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A024-CF1A-6C2D-D3A8-E87F0E22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55E55-3DAB-6569-6CDF-2E07D4FE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6B32C-D897-76F3-368A-3936C10FC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8EE30-51B4-39C0-8F02-DEE72655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8CDD2-5573-F33B-F650-8A52C460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54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111BBE-3696-C928-7980-8DA90A443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6FB06-CBC2-3572-1639-F90A8AC73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4F118-160A-0E0D-6A69-8AFF2875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CC01F-4E42-1E4C-E029-5D29E50F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4DFB7-E0FA-050D-0240-FDCC3959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294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63D43-51ED-B81C-4CF3-36937566C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F61F5-EBA0-FB3C-53E2-97D9E4A82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D88BE-A6AD-1ADA-F484-BC110F912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AD734-4A75-40CD-AF38-9DBE238E19F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76EA0-551B-E0C1-72DA-BC25D1881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E969-12DC-11FD-3C56-EFA9CFC90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C51E9-39CA-4966-BD29-C429681AFB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06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08E0-7EFE-D908-6AB2-C6C8C9292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JavaScript Events &amp; Form 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041FD1-A4B1-E392-B504-A9EC115A59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4245253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26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8EB8-0BCB-88C8-6DFE-810FD702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Events?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59F501-8C56-1472-C76D-20AE2D5C22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6"/>
            <a:ext cx="665278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an action happening in the browser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Mouse movement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reacts to events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831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DE448-CBD2-0315-54AA-87C9190C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Handling Approaches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EE2946-155A-E1A5-F896-9A3A5E340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523572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Inline (HTML attribute)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 (element property)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addEventListener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Modern way</a:t>
            </a:r>
          </a:p>
        </p:txBody>
      </p:sp>
    </p:spTree>
    <p:extLst>
      <p:ext uri="{BB962C8B-B14F-4D97-AF65-F5344CB8AC3E}">
        <p14:creationId xmlns:p14="http://schemas.microsoft.com/office/powerpoint/2010/main" val="25562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DBCB-776B-8118-3188-202F9E0C4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Internal Property Event Handler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D46F48-2344-A02E-E179-71CB954CD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760" y="1434014"/>
            <a:ext cx="8258660" cy="25267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676543-1D7F-C695-D00F-584DD1652CD8}"/>
              </a:ext>
            </a:extLst>
          </p:cNvPr>
          <p:cNvSpPr txBox="1"/>
          <p:nvPr/>
        </p:nvSpPr>
        <p:spPr>
          <a:xfrm>
            <a:off x="838200" y="4060137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Handler stored in element property (</a:t>
            </a:r>
            <a:r>
              <a:rPr lang="en-GB" sz="2400" dirty="0">
                <a:latin typeface="Courier New" panose="02070309020205020404" pitchFamily="49" charset="0"/>
              </a:rPr>
              <a:t>onclick</a:t>
            </a:r>
            <a:r>
              <a:rPr lang="en-GB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Only one handler allowed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New assignment overwrites the old one</a:t>
            </a:r>
          </a:p>
        </p:txBody>
      </p:sp>
    </p:spTree>
    <p:extLst>
      <p:ext uri="{BB962C8B-B14F-4D97-AF65-F5344CB8AC3E}">
        <p14:creationId xmlns:p14="http://schemas.microsoft.com/office/powerpoint/2010/main" val="168151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F135B-6B78-FDED-4C84-F9732713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Introduce </a:t>
            </a:r>
            <a:r>
              <a:rPr lang="en-GB" dirty="0" err="1"/>
              <a:t>addEventListener</a:t>
            </a:r>
            <a:r>
              <a:rPr lang="en-GB" dirty="0"/>
              <a:t>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960A4E-7F18-9EDD-05AA-C33B07FF5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8"/>
            <a:ext cx="10593017" cy="988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79B79A-3C40-27BE-E32D-4180B2976FAE}"/>
              </a:ext>
            </a:extLst>
          </p:cNvPr>
          <p:cNvSpPr txBox="1"/>
          <p:nvPr/>
        </p:nvSpPr>
        <p:spPr>
          <a:xfrm>
            <a:off x="1860884" y="2978640"/>
            <a:ext cx="7860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Can attach </a:t>
            </a:r>
            <a:r>
              <a:rPr lang="en-GB" sz="2400" b="1" dirty="0"/>
              <a:t>multiple handlers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Can remove listeners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Supports advanced features (capturing/bubbling, options)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2E88FA5C-0E25-AA68-71F0-3179145AE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76" y="1690689"/>
            <a:ext cx="12100525" cy="98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29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EC10-8C9E-A21D-CE85-1A680360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Common Event Listeners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400CB-E2DF-CFA0-0EE8-ED5E2FC6C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Mouse Events</a:t>
            </a:r>
          </a:p>
          <a:p>
            <a:r>
              <a:rPr lang="en-GB" dirty="0"/>
              <a:t>click</a:t>
            </a:r>
          </a:p>
          <a:p>
            <a:r>
              <a:rPr lang="en-GB" dirty="0" err="1"/>
              <a:t>dblclick</a:t>
            </a:r>
            <a:endParaRPr lang="en-GB" dirty="0"/>
          </a:p>
          <a:p>
            <a:r>
              <a:rPr lang="en-GB" dirty="0"/>
              <a:t>mouseover</a:t>
            </a:r>
          </a:p>
          <a:p>
            <a:r>
              <a:rPr lang="en-GB" dirty="0" err="1"/>
              <a:t>mouseout</a:t>
            </a:r>
            <a:endParaRPr lang="en-GB" dirty="0"/>
          </a:p>
          <a:p>
            <a:r>
              <a:rPr lang="en-GB" dirty="0" err="1"/>
              <a:t>contextmenu</a:t>
            </a:r>
            <a:endParaRPr lang="en-GB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B8FBC-D322-730D-1C9A-47F06EA87346}"/>
              </a:ext>
            </a:extLst>
          </p:cNvPr>
          <p:cNvSpPr txBox="1"/>
          <p:nvPr/>
        </p:nvSpPr>
        <p:spPr>
          <a:xfrm>
            <a:off x="4229100" y="176772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Keyboard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keydown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keyup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keypress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2C64E-8BA4-6B7B-CBC5-BEB1D60FB6DF}"/>
              </a:ext>
            </a:extLst>
          </p:cNvPr>
          <p:cNvSpPr txBox="1"/>
          <p:nvPr/>
        </p:nvSpPr>
        <p:spPr>
          <a:xfrm>
            <a:off x="7277100" y="160958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Form/Input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submit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focus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blur</a:t>
            </a:r>
          </a:p>
        </p:txBody>
      </p:sp>
    </p:spTree>
    <p:extLst>
      <p:ext uri="{BB962C8B-B14F-4D97-AF65-F5344CB8AC3E}">
        <p14:creationId xmlns:p14="http://schemas.microsoft.com/office/powerpoint/2010/main" val="37825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C916-7C82-6C3B-BD8E-C7F5D3A34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Without </a:t>
            </a:r>
            <a:r>
              <a:rPr lang="en-GB" dirty="0" err="1"/>
              <a:t>preventDefault</a:t>
            </a:r>
            <a:r>
              <a:rPr lang="en-GB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FAF9-79A8-C689-FE6A-DEC4EAC66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you submit the form:</a:t>
            </a:r>
          </a:p>
          <a:p>
            <a:r>
              <a:rPr lang="en-GB" dirty="0"/>
              <a:t>Page </a:t>
            </a:r>
            <a:r>
              <a:rPr lang="en-GB" b="1" dirty="0"/>
              <a:t>reloads</a:t>
            </a:r>
            <a:endParaRPr lang="en-GB" dirty="0"/>
          </a:p>
          <a:p>
            <a:r>
              <a:rPr lang="en-GB" dirty="0"/>
              <a:t>Data disappears</a:t>
            </a:r>
          </a:p>
          <a:p>
            <a:r>
              <a:rPr lang="en-GB" dirty="0"/>
              <a:t>JS cannot process the form before reload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236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9FF9-67BF-23F8-D6E3-66471D6F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Questions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45752A-EF30-907D-A8FE-BB41514D7C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576952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button &amp; log when clicked.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 which key was pressed in an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form and prevent reload.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a text input (cannot be empty).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two event listeners to one element.</a:t>
            </a:r>
          </a:p>
        </p:txBody>
      </p:sp>
    </p:spTree>
    <p:extLst>
      <p:ext uri="{BB962C8B-B14F-4D97-AF65-F5344CB8AC3E}">
        <p14:creationId xmlns:p14="http://schemas.microsoft.com/office/powerpoint/2010/main" val="2886542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184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Theme</vt:lpstr>
      <vt:lpstr>JavaScript Events &amp; Form Handling</vt:lpstr>
      <vt:lpstr>What Are Events?</vt:lpstr>
      <vt:lpstr>Event Handling Approaches</vt:lpstr>
      <vt:lpstr>Internal Property Event Handler</vt:lpstr>
      <vt:lpstr>Introduce addEventListener()</vt:lpstr>
      <vt:lpstr>Common Event Listeners</vt:lpstr>
      <vt:lpstr>Problem Without preventDefault()</vt:lpstr>
      <vt:lpstr>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2025-11-20T17:16:30Z</dcterms:created>
  <dcterms:modified xsi:type="dcterms:W3CDTF">2025-11-20T17:20:37Z</dcterms:modified>
</cp:coreProperties>
</file>