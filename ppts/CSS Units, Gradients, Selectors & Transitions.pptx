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47" d="100"/>
          <a:sy n="47" d="100"/>
        </p:scale>
        <p:origin x="68" y="3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F5C5BD-8AB6-4E5F-8616-0B1D32D0FBFD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3DD49AE-E876-4130-BF53-6229B9820536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C0840E64-78EA-480E-9DFC-F5D183737F14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ED329652-6112-4F3D-B614-62B56A045E3D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64E64D-1B50-4EC0-83A1-DE58B45AB49E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61A824-A4A3-4BDD-B7F1-293A0EC1EA54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1B1D06-1BCF-4BCB-9319-09267D16BB9F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361324-1C8A-40EA-A8C7-BACD05350B74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5BA78C1D-B8C9-43D1-BED3-AB201E145563}" type="datetime1">
              <a:rPr lang="en-US" smtClean="0"/>
              <a:t>9/21/2025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BFA2D3EE-FBE6-4434-A13B-BD4C1C612D44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56802B-70FA-41EA-BEAA-8B64D5BF1424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12D428-74E3-499E-9255-6C7C463A82F6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Quarter level</a:t>
            </a:r>
          </a:p>
          <a:p>
            <a:pPr lvl="4" rtl="0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FF323AA-170C-4C76-B350-C21CF15222DA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0" y="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2" y="1808532"/>
            <a:ext cx="4775075" cy="3631523"/>
          </a:xfrm>
        </p:spPr>
        <p:txBody>
          <a:bodyPr rtlCol="0">
            <a:normAutofit/>
          </a:bodyPr>
          <a:lstStyle/>
          <a:p>
            <a:r>
              <a:rPr lang="en-GB" sz="4400" dirty="0"/>
              <a:t>CSS Units, Gradients, Selectors &amp; Transitions/Transforms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gb" dirty="0">
                <a:solidFill>
                  <a:schemeClr val="tx1"/>
                </a:solidFill>
              </a:rPr>
              <a:t>Sit Dolo Amet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97C2-E350-2F3D-6D27-847399A7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imp CSS units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021B0-0296-139B-AAA7-A7CDE800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652C98-8C12-3B8F-7414-41F4C60DC3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981491"/>
            <a:ext cx="642675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units define measurement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main types: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Absolute units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cm,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units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rem,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88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2994-9247-5F77-7123-8E977205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Gradient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26683-E5B4-5448-CCE2-86F93F729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z="2400" dirty="0"/>
              <a:t>Creates smooth transitions between </a:t>
            </a:r>
            <a:r>
              <a:rPr lang="en-GB" sz="2400" dirty="0" err="1"/>
              <a:t>colors</a:t>
            </a:r>
            <a:endParaRPr lang="en-GB" sz="2400" dirty="0"/>
          </a:p>
          <a:p>
            <a:pPr lvl="0"/>
            <a:r>
              <a:rPr lang="en-US" sz="2400" b="1" dirty="0"/>
              <a:t>Top to Bottom:</a:t>
            </a:r>
            <a:r>
              <a:rPr lang="en-US" sz="2400" dirty="0"/>
              <a:t> linear-gradient(to bottom, red, yellow)</a:t>
            </a:r>
            <a:endParaRPr lang="en-GB" sz="2400" dirty="0"/>
          </a:p>
          <a:p>
            <a:pPr lvl="0"/>
            <a:r>
              <a:rPr lang="en-US" sz="2400" b="1" dirty="0"/>
              <a:t>Left to Right:</a:t>
            </a:r>
            <a:r>
              <a:rPr lang="en-US" sz="2400" dirty="0"/>
              <a:t> linear-gradient(to right, blue, green)</a:t>
            </a:r>
            <a:endParaRPr lang="en-GB" sz="2400" dirty="0"/>
          </a:p>
          <a:p>
            <a:pPr lvl="0"/>
            <a:r>
              <a:rPr lang="en-US" sz="2400" b="1" dirty="0"/>
              <a:t>Diagonal:</a:t>
            </a:r>
            <a:r>
              <a:rPr lang="en-US" sz="2400" dirty="0"/>
              <a:t> linear-gradient(45deg, purple, pink)</a:t>
            </a:r>
            <a:endParaRPr lang="en-GB" sz="2400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D8307-CF07-9D54-5A4B-D88466B04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1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8CCCA-4855-3842-C01B-224025F7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Selectors (Combinators)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0A329-2BF5-F81D-0743-55FFFBF5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FC558D9-60E5-8819-32FA-26B663E4D7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243102"/>
            <a:ext cx="709360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Descendant (space)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div 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(all p inside div)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Child (&gt;)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div &gt; 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(direct child only)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Adjacent (+)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h1 + 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 immediately after h1)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sibling (~)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h1 ~ 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(all p after h1)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53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1DE13-7247-7A66-4834-44F10619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Transforms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540F0-FE99-E88E-D408-454C72368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  Allows scaling, rotating, skewing elements</a:t>
            </a:r>
          </a:p>
          <a:p>
            <a:r>
              <a:rPr lang="en-GB" sz="2400" dirty="0"/>
              <a:t>  Properties:</a:t>
            </a:r>
          </a:p>
          <a:p>
            <a:pPr lvl="0"/>
            <a:r>
              <a:rPr lang="en-GB" sz="2400" dirty="0"/>
              <a:t>rotate()</a:t>
            </a:r>
          </a:p>
          <a:p>
            <a:pPr lvl="0"/>
            <a:r>
              <a:rPr lang="en-GB" sz="2400" dirty="0"/>
              <a:t>scale()</a:t>
            </a:r>
          </a:p>
          <a:p>
            <a:pPr lvl="0"/>
            <a:r>
              <a:rPr lang="en-GB" sz="2400" dirty="0"/>
              <a:t>skew()</a:t>
            </a:r>
          </a:p>
          <a:p>
            <a:pPr lvl="0"/>
            <a:r>
              <a:rPr lang="en-GB" sz="2400" dirty="0"/>
              <a:t>translate()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335CB-2C36-FE1F-1DA9-22A379C9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9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7678-7ECF-E025-C7AF-F6E8219E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Transition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314B0-CA42-5B5D-F5A0-78DCA0724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b="1" dirty="0"/>
              <a:t>transition-property</a:t>
            </a:r>
            <a:r>
              <a:rPr lang="en-GB" sz="2400" dirty="0"/>
              <a:t> (e.g., background-</a:t>
            </a:r>
            <a:r>
              <a:rPr lang="en-GB" sz="2400" dirty="0" err="1"/>
              <a:t>color</a:t>
            </a:r>
            <a:r>
              <a:rPr lang="en-GB" sz="2400" dirty="0"/>
              <a:t>)</a:t>
            </a:r>
          </a:p>
          <a:p>
            <a:r>
              <a:rPr lang="en-GB" sz="2400" b="1" dirty="0"/>
              <a:t>transition-duration</a:t>
            </a:r>
            <a:r>
              <a:rPr lang="en-GB" sz="2400" dirty="0"/>
              <a:t> (e.g., 2s)</a:t>
            </a:r>
          </a:p>
          <a:p>
            <a:r>
              <a:rPr lang="en-GB" sz="2400" b="1" dirty="0"/>
              <a:t>transition-delay</a:t>
            </a:r>
            <a:r>
              <a:rPr lang="en-GB" sz="2400" dirty="0"/>
              <a:t> (e.g., 1s)</a:t>
            </a:r>
          </a:p>
          <a:p>
            <a:r>
              <a:rPr lang="en-GB" sz="2400" b="1" dirty="0"/>
              <a:t>transition-timing-function</a:t>
            </a:r>
            <a:r>
              <a:rPr lang="en-GB" sz="2400" dirty="0"/>
              <a:t> (ease, linear, ease-in, ease-out, cubic-</a:t>
            </a:r>
            <a:r>
              <a:rPr lang="en-GB" sz="2400" dirty="0" err="1"/>
              <a:t>bezier</a:t>
            </a:r>
            <a:r>
              <a:rPr lang="en-GB" sz="2400" dirty="0"/>
              <a:t>)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E59B1-5191-05A8-9C9C-7C0710D0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10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E982-7854-6FAC-3B04-9DD3C3EA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BD945-3091-EDD0-7AA0-E8B7F4225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06B18BD-7D6D-5922-30FF-F531CD572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7318" y="2904815"/>
            <a:ext cx="111373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Transitions allow changes in CSS properties to happen smoothly (animated), instead of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transition → background changes instantly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transition → background fades smoothly</a:t>
            </a:r>
          </a:p>
        </p:txBody>
      </p:sp>
    </p:spTree>
    <p:extLst>
      <p:ext uri="{BB962C8B-B14F-4D97-AF65-F5344CB8AC3E}">
        <p14:creationId xmlns:p14="http://schemas.microsoft.com/office/powerpoint/2010/main" val="1057886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DCDB-6DE7-C8D0-5E24-9F12096D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transition-timing-function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FF1F-848A-9AEB-6FBF-361B6E65A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400" dirty="0"/>
              <a:t>  Controls the speed curve of the animation.</a:t>
            </a:r>
          </a:p>
          <a:p>
            <a:r>
              <a:rPr lang="en-GB" sz="2400" dirty="0"/>
              <a:t>  Common values:</a:t>
            </a:r>
          </a:p>
          <a:p>
            <a:pPr lvl="0"/>
            <a:r>
              <a:rPr lang="en-GB" sz="2400" b="1" dirty="0"/>
              <a:t>linear</a:t>
            </a:r>
            <a:r>
              <a:rPr lang="en-GB" sz="2400" dirty="0"/>
              <a:t> → same speed</a:t>
            </a:r>
          </a:p>
          <a:p>
            <a:pPr lvl="0"/>
            <a:r>
              <a:rPr lang="en-GB" sz="2400" b="1" dirty="0"/>
              <a:t>ease</a:t>
            </a:r>
            <a:r>
              <a:rPr lang="en-GB" sz="2400" dirty="0"/>
              <a:t> → slow → fast → slow (default)</a:t>
            </a:r>
          </a:p>
          <a:p>
            <a:pPr lvl="0"/>
            <a:r>
              <a:rPr lang="en-GB" sz="2400" b="1" dirty="0"/>
              <a:t>ease-in</a:t>
            </a:r>
            <a:r>
              <a:rPr lang="en-GB" sz="2400" dirty="0"/>
              <a:t> → starts slow, then fast</a:t>
            </a:r>
          </a:p>
          <a:p>
            <a:pPr lvl="0"/>
            <a:r>
              <a:rPr lang="en-GB" sz="2400" b="1" dirty="0"/>
              <a:t>ease-out</a:t>
            </a:r>
            <a:r>
              <a:rPr lang="en-GB" sz="2400" dirty="0"/>
              <a:t> → fast, then slow</a:t>
            </a:r>
          </a:p>
          <a:p>
            <a:pPr lvl="0"/>
            <a:r>
              <a:rPr lang="en-GB" sz="2400" b="1" dirty="0"/>
              <a:t>ease-in-out</a:t>
            </a:r>
            <a:r>
              <a:rPr lang="en-GB" sz="2400" dirty="0"/>
              <a:t> → slow → fast → slow</a:t>
            </a:r>
          </a:p>
          <a:p>
            <a:r>
              <a:rPr lang="en-GB" sz="2400" dirty="0"/>
              <a:t>  You can also use </a:t>
            </a:r>
            <a:r>
              <a:rPr lang="en-GB" sz="2400" b="1" dirty="0"/>
              <a:t>cubic-</a:t>
            </a:r>
            <a:r>
              <a:rPr lang="en-GB" sz="2400" b="1" dirty="0" err="1"/>
              <a:t>bezier</a:t>
            </a:r>
            <a:r>
              <a:rPr lang="en-GB" sz="2400" b="1" dirty="0"/>
              <a:t>()</a:t>
            </a:r>
            <a:r>
              <a:rPr lang="en-GB" sz="2400" dirty="0"/>
              <a:t> for custom curves.</a:t>
            </a:r>
          </a:p>
          <a:p>
            <a:r>
              <a:rPr lang="en-GB" dirty="0"/>
              <a:t> 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7B496-DABA-894F-FBF3-265A8AA3F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5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F566-C254-903F-F452-D469B846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Shorthand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5393BE-7662-5640-87E2-926F01539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3630" y="2557295"/>
            <a:ext cx="6677957" cy="365811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747B3-734D-3BD3-294B-4D71B39B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90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9D35-9154-4B98-53EF-F37557BE7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Real-World Uses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EC102-A490-E285-60E3-4EE3DD587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AF379E8-AC6C-43B9-9222-BDF0AF9336F0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6334D9-9492-3A55-57A4-5D17B54E18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3243102"/>
            <a:ext cx="527259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 hover effects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Dropdown menus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zoom on hover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 animations (rotate, scale, fade)</a:t>
            </a:r>
          </a:p>
        </p:txBody>
      </p:sp>
    </p:spTree>
    <p:extLst>
      <p:ext uri="{BB962C8B-B14F-4D97-AF65-F5344CB8AC3E}">
        <p14:creationId xmlns:p14="http://schemas.microsoft.com/office/powerpoint/2010/main" val="29070202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39_TF78438558" id="{0BED6512-3D0D-4F75-AB59-5444160ED234}" vid="{29214CBE-E8BC-4FF0-A7D0-03F1D55577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{3FF78C54-606D-46BC-A247-CBD4DCF10125}tf78438558_win32</Template>
  <TotalTime>10</TotalTime>
  <Words>328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Calibri</vt:lpstr>
      <vt:lpstr>Century Gothic</vt:lpstr>
      <vt:lpstr>Garamond</vt:lpstr>
      <vt:lpstr>SavonVTI</vt:lpstr>
      <vt:lpstr>CSS Units, Gradients, Selectors &amp; Transitions/Transforms</vt:lpstr>
      <vt:lpstr>Some imp CSS units</vt:lpstr>
      <vt:lpstr>Linear Gradient </vt:lpstr>
      <vt:lpstr>CSS Selectors (Combinators)</vt:lpstr>
      <vt:lpstr>CSS Transforms</vt:lpstr>
      <vt:lpstr>Transition Properties</vt:lpstr>
      <vt:lpstr> </vt:lpstr>
      <vt:lpstr>transition-timing-function</vt:lpstr>
      <vt:lpstr>Shorthand</vt:lpstr>
      <vt:lpstr>Real-World Uses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2025-09-21T16:35:06Z</dcterms:created>
  <dcterms:modified xsi:type="dcterms:W3CDTF">2025-09-21T16:45:56Z</dcterms:modified>
</cp:coreProperties>
</file>